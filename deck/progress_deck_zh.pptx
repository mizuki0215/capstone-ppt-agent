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PingFang HK"/>
              </a:rPr>
              <a:t>DSAI4901  ·  CAPSTONE 進度簡報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PingFang HK"/>
              </a:rPr>
              <a:t>由生成，
到可驗證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PingFang HK"/>
              </a:rPr>
              <a:t>以可量度的版面可用性，作為論文轉簡報的控制訊號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PingFang HK"/>
              </a:rPr>
              <a:t>指導老師：Dr. Jibin Wu   ·   2026 年 10 月 29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文獻現況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兩大家族，缺一件工具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工作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提供什麼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仍留下什麼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PPTAgent、SlideGen、
SlideLab、ArcDeck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強生成器；敘事規劃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這份 deck 到底能不能用；
局部、機械性的失敗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ReDeck、PPTPilot、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會讀渲染回饋的
修復迴圈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哪一類缺陷對修復有反應，
反應幾大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SlideAudit、DECKBench、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缺陷分類法；對照參考 deck
評分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生成之後才到；需要目標 deck
或標註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PingFang HK"/>
              </a:rPr>
              <a:t>合起來看，這個領域很會做 deck，也很會在事後打分，但中間那一段沒有接上。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PingFang HK"/>
              </a:rPr>
              <a:t>工具來得太遲，指揮不到生成；真的用得著的時候，又不可分解。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PingFang HK"/>
              </a:rPr>
              <a:t>缺口：冇一件工具跑在迴圈裡面，冇一件把分數拆得開。一個 deck 層面的數字，講不出應該修哪一類缺陷。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為什麼做這個方向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文獻沒有做的三件事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歸因缺失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ReDeck 與 PPTPilot 都會修，但 deck 升十分，講不出是哪一類缺陷對修復有反應。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量度是事後的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SlideAudit 與 DECKBench 評的是成品。生成之後才到的分數，指揮不到生成。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工具需要參考或標註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要一個目標 deck，或者人手標註圖像。兩者在生成時都對任意 .pptx 算不到。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PingFang HK"/>
              </a:rPr>
              <a:t>所以貢獻不是又一個生成器，也不是一套新分類法。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50" b="1">
                <a:solidFill>
                  <a:srgbClr val="10233A"/>
                </a:solidFill>
                <a:latin typeface="PingFang HK"/>
              </a:rPr>
              <a:t>而是一層量度</a:t>
            </a:r>
            <a:r>
              <a:rPr sz="1250">
                <a:solidFill>
                  <a:srgbClr val="10233A"/>
                </a:solidFill>
                <a:latin typeface="PingFang HK"/>
              </a:rPr>
              <a:t>：無需參考、在物件模型上計算、便宜到可以跑在迴圈裡面。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50" b="1">
                <a:solidFill>
                  <a:srgbClr val="10233A"/>
                </a:solidFill>
                <a:latin typeface="PingFang HK"/>
              </a:rPr>
              <a:t>以及研究這個量度值多少</a:t>
            </a:r>
            <a:r>
              <a:rPr sz="1250">
                <a:solidFill>
                  <a:srgbClr val="10233A"/>
                </a:solidFill>
                <a:latin typeface="PingFang HK"/>
              </a:rPr>
              <a:t> —— 按違規類別計，對照成本。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一個缺口，兩條研究問題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PingFang HK"/>
              </a:rPr>
              <a:t>「簡報品質現在可以事後量度。這些工具答不到的是：量度本身能不能驅動生成。」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PingFang HK"/>
              </a:rPr>
              <a:t>一組機械性的 gate，能不能取代參考 deck 或人手標註，而仍然按人會給的次序排列 deck？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PingFang HK"/>
              </a:rPr>
              <a:t>把這個訊號放進迴圈裡，實際加了多少？按違規類別計，成本又是幾多？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PingFang HK"/>
              </a:rPr>
              <a:t>兩條問題由同一件東西回答：一份 deck、一個分數、一份修復記錄。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七個零件，其中四個用到模型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PDF → 章節、圖、圖說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斷言，附上
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幾分鐘、聽眾是誰
→ 一張表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逐條 claim
決定要或不要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重排成一條
論證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壓縮，再寫成
講稿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原生、可再編輯
的 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G1 出界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G2 重疊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G3 字級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G4 對比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G5 文字溢出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G6 密度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PingFang HK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PingFang HK"/>
              </a:rPr>
              <a:t>A  生成 —— 文字層，寫定即凍結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PingFang HK"/>
              </a:rPr>
              <a:t>B  量度 —— 六個 gate，直接在 .pptx 物件模型上，不渲染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1  量度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先找最嚴重那一項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2  修復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最便宜、可還原的動作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3  再量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每秒、每元的改善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PingFang HK"/>
              </a:rPr>
              <a:t>只有文字層可以改字。修復可以移、可以縮、可以換色，但永遠不可以加內容或改數字。這樣「迴圈令 deck 變好」才不會同「迴圈改寫了 deck」混在一起。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零件一 · 讀論文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圖說是裁出來的，不是抽出來的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章節標題</a:t>
            </a:r>
            <a:r>
              <a:rPr sz="1200">
                <a:solidFill>
                  <a:srgbClr val="10233A"/>
                </a:solidFill>
                <a:latin typeface="PingFang HK"/>
              </a:rPr>
              <a:t>靠字級與粗體判斷，不靠固定清單。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圖</a:t>
            </a:r>
            <a:r>
              <a:rPr sz="1200">
                <a:solidFill>
                  <a:srgbClr val="10233A"/>
                </a:solidFill>
                <a:latin typeface="PingFang HK"/>
              </a:rPr>
              <a:t>在這個領域多數是向量圖：抽內嵌圖片只會抽到 32×32 的 icon。所以按圖說的位置裁出區域，再以 200 dpi 光柵化。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裁切的界線停在最近的段落</a:t>
            </a:r>
            <a:r>
              <a:rPr sz="1200">
                <a:solidFill>
                  <a:srgbClr val="10233A"/>
                </a:solidFill>
                <a:latin typeface="PingFang HK"/>
              </a:rPr>
              <a:t>，不是停在任何文字方塊 —— 圖裡面本身有標籤，停在標籤就會把圖切一半。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PingFang HK"/>
              </a:rPr>
              <a:t>PPTAgent 的 Figure 2，直接由 PDF 裁出來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這篇論文 32 個圖說之中，12 個裁出可用的圖。失敗的是「圖說在表格上方」與「跨兩欄的圖」。兩者都可以修；而產生這 12 張的規則，就是評估時會用的同一條。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零件二 · 決定講什麼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選段是一張表，不是一個判斷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要求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一定保留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有空間才保留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5 分鐘、一般聽眾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results、conclusion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12 分鐘、專家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results、conclusion、method、
motivation、background、analysis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related work、setup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PingFang HK"/>
              </a:rPr>
              <a:t>每一條被保留或被丟掉的 claim，都帶著決定它的規則編號：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章節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重要度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決定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規則編號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原因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保留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 永遠保留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12 分鐘的 talk 不講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重要度 1 低於門檻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模型只出現在兩個邊界：把自由文字的要求轉成那張表，以及抽取 claim。中間的取捨是查表，所以第二個人可以重跑一次。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零件三 · 量度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六個 gate 做了四個，兩個是下一步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81228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971800"/>
                <a:gridCol w="105156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規則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門檻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狀態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G1 出界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所有形狀在版面內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2F7D5D"/>
                          </a:solidFill>
                          <a:latin typeface="PingFang HK"/>
                        </a:rPr>
                        <a:t>已做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G2 重疊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文字交集 ÷ 較小框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2F7D5D"/>
                          </a:solidFill>
                          <a:latin typeface="PingFang HK"/>
                        </a:rPr>
                        <a:t>已做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G3 字級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內文與標題，按角色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角色下限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B07A1E"/>
                          </a:solidFill>
                          <a:latin typeface="PingFang HK"/>
                        </a:rPr>
                        <a:t>已做·全局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G6 密度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字數與 bullet，按角色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角色上限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B07A1E"/>
                          </a:solidFill>
                          <a:latin typeface="PingFang HK"/>
                        </a:rPr>
                        <a:t>已做·全局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G4 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WCAG 2.2 AA，字對背景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A83542"/>
                          </a:solidFill>
                          <a:latin typeface="PingFang HK"/>
                        </a:rPr>
                        <a:t>下一步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G5 文字溢出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渲染高度 ÷ 框高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≤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A83542"/>
                          </a:solidFill>
                          <a:latin typeface="PingFang HK"/>
                        </a:rPr>
                        <a:t>下一步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818120" y="1691640"/>
            <a:ext cx="3520440" cy="17556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105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PingFang HK"/>
              </a:rPr>
              <a:t>SRR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10233A"/>
                </a:solidFill>
                <a:latin typeface="PingFang HK"/>
              </a:rPr>
              <a:t>SRR = Σ P / Σ J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840" b="0" i="0">
                <a:solidFill>
                  <a:srgbClr val="1E3652"/>
                </a:solidFill>
                <a:latin typeface="PingFang HK"/>
              </a:rPr>
              <a:t>J＝判斷得到的檢查，P＝其中通過的。每個檢查等權，沒有權重被擬合。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3584448"/>
            <a:ext cx="352044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694176"/>
            <a:ext cx="3108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「未知」不等於「不適用」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819" b="0" i="0">
                <a:solidFill>
                  <a:srgbClr val="1E3652"/>
                </a:solidFill>
                <a:latin typeface="PingFang HK"/>
              </a:rPr>
              <a:t>不適用：條件不成立 —— 只有一個文字框，G2 沒有成對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819" b="0" i="0">
                <a:solidFill>
                  <a:srgbClr val="1E3652"/>
                </a:solidFill>
                <a:latin typeface="PingFang HK"/>
              </a:rPr>
              <a:t>未知：條件成立但算不出 —— 背景是圖片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819" b="0" i="0">
                <a:solidFill>
                  <a:srgbClr val="5A6B7C"/>
                </a:solidFill>
                <a:latin typeface="PingFang HK"/>
              </a:rPr>
              <a:t>兩者都不入分母，但都要記 reason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102352"/>
            <a:ext cx="10469880" cy="841248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102352"/>
            <a:ext cx="64008" cy="84124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12080"/>
            <a:ext cx="9966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0233A"/>
                </a:solidFill>
                <a:latin typeface="PingFang HK"/>
              </a:rPr>
              <a:t>deck-ready ＝ 全份冇任何違規，而且每條 gate 至少被判斷過一次。標題頁不需要 G6，但整份 deck 需要。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範圍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可以量的有 65 項，值得做的有 6 項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356616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候選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數量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A  版面幾何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B  字體與排版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  顏色與對比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D  內容與語意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E  結構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F  渲染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  觀眾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合計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C08A2E"/>
                          </a:solidFill>
                          <a:latin typeface="PingFang HK"/>
                        </a:rPr>
                        <a:t>65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00600" y="16916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五個條件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057400"/>
            <a:ext cx="2880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可判定：不需要參考答案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確定性：同一份檔案同一個分數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違規就是變壞，不是不同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便宜到可以跑在迴圈裡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可解釋：指得出形狀、數值、門檻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169164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最後留下的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09560" y="2057400"/>
          <a:ext cx="342900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來源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G1 出界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G2 重疊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G3 字級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G4 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C1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G5 文字溢出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G6 密度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B5+B6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868680" y="5074920"/>
            <a:ext cx="10881360" cy="105156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64008" cy="1051560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12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PingFang HK"/>
              </a:rPr>
              <a:t>而它看不見什麼：一句 bullet 可以語法正確、長度正常、字級正確 —— 而完全冇意義。這就是機械式量度的邊界，屬於人評。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目前結果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每一張生成出來的 slide 都至少違反一個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10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PingFang HK"/>
              </a:rPr>
              <a:t>這條 pipeline 生成的 PPTAgent deck，第 2 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頁數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合格頁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SRR（頁面級）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違規數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40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G3 違規頁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12 / 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G6 違規頁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11 / 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PingFang HK"/>
              </a:rPr>
              <a:t>這是預期結果，不是缺陷：baseline 生成器完全不理會這些 gate。重點是這個數字可以重跑，而違規是逐項命名的。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實際執行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整條 pipeline 跑得完 —— 而且它報出 40 個真問題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11</a:t>
            </a:r>
          </a:p>
        </p:txBody>
      </p:sp>
      <p:pic>
        <p:nvPicPr>
          <p:cNvPr id="8" name="Picture 7" descr="console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7589520" cy="48278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5566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00" b="0" i="1">
                <a:solidFill>
                  <a:srgbClr val="5A6B7C"/>
                </a:solidFill>
                <a:latin typeface="PingFang HK"/>
              </a:rPr>
              <a:t>真實終端輸出；中間幾行省略。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737360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parse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12 個章節、25 個圖說、裁出 13 張圖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578608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compose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11 張 slide，每張約 65 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19856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render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12 頁 deck，原生可編輯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4261104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detect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40 個違規，SRR 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02352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pytest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76 個測試全綠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狀態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做好了什麼，下一步是什麼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已做好並有測試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parse：章節、圖、圖說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裁圖：25 個圖說裁出 13 張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render：原生 .pptx 連講稿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G1、G2、G3、G6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選段規則表，55 個測試函數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部分完成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G3 / G6 仍然用一個全局門檻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圖說截斷要改成詞語邊界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claim 仍然由 heuristic 抽取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未開始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G4 對比、G5 文字溢出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修復動作與迴圈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110 張測試集與標註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人手 deck、baseline、2×2 實驗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PingFang HK"/>
              </a:rPr>
              <a:t>76 個測試全綠。上面那份 deck 就是這條 pipeline 由頭到尾跑出來的。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計劃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實驗設計，與時間表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設計：2 × 2 因子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不檢查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開檢查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PingFang HK"/>
                        </a:rPr>
                        <a:t>基礎模型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PingFang HK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A2 − A1 隔離出檢查帶來的增益。fine-tune 那一行測試這個增益在更強生成器下是否仍然存在。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PingFang HK"/>
              </a:rPr>
              <a:t>fine-tune 那一臂是條件性的：只有主結果出來、而且剩下四週 buffer 才會跑。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週次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工作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里程碑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範圍與文獻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提案 11/5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rulebook、六個 gate、校準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效度檢查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修復動作、110 張測試集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中期報告 1/7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迴圈、消融、20 人研究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偏好相關性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報告、demo、簡報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最終 4/8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PingFang HK"/>
              </a:rPr>
              <a:t>兩個效度檢查在主要研究之前跑：deck 要排成 人手 &gt; PPTAgent &gt; naive；SRR 要跟隨人類偏好。相關係數會預先註冊，無論結果如何都報。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需要你的意見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三個決定，一個問題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人手 deck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哪裡可以拿到作者真正上台用的 deck？它是效度檢查的上界，而我手上完全沒有。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範圍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單欄英文論文、10–12 張、8 篇 held-out —— 這樣窄到做得完，還是窄到不能推廣？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Gate 集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六個機械性 gate，密度與字級用掃描而不是擬合。這樣站得住腳，還是應該減一個？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PingFang HK"/>
              </a:rPr>
              <a:t>另外想聽你的看法：一個確定性的 detector，在這裡會被視為優點，還是被視為 AI 成分不足？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