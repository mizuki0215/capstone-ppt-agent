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State the paper, then the one-sentence claim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abstract. Open with: Automatically generating presentations from documents is a challenging task that requires accommodating content quality .... Then move to: To address these limitations, we propose PPTAGENT, which comprehensively improves presentation generation through a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introduction. Open with: Slide Clustering Bullets: few bullet points Opening: title and icon Display: landscape painting 2. Then move to: Specifically, the generated editing actions are executed within a REPL1 environment.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evaluation target. Open with: Table 1: The scoring criteria of dimensions in PPTE- VAL, all evaluated in 1-5 .... Then move to: The complete evaluation process is illustrated in Figure 3, with detailed scoring criteria and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experiment. Open with: All open-source LLMs are deployed us-ing the VLLM framework on NVIDIA A100 GPUs. Then move to: Each configuration generates 50 presentations (5 domains × 10 input documents), as they do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evaluation metrics. Open with: Further agreement evaluation is shown in Section 5.5. Then move to: Using Llama-3-8B , we calculate the average perplexity across all slides in a presentation.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analysis. Open with: PPTAgent (a) DocPres KCTV PPTAgent (b) Figure 5: Comparative analysis of presentation generation across .... Then move to: Although GPT-4o exhibits superior self-correction capabilities compared to Qwen2.5, Qwen2.5 encounters fewer errors in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conclusion. Open with: Our ex-periments across data from multiple domains have demonstrated the superiority of our method. Then move to: Moreover, we propose PPTEVAL to provide quantitative metrics for assessing presentation quality.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limitations. Open with: While PPTAGENT demonstrates promising capabilities in presentation generation, several limitations remain. Then move to: First, despite achieving a high success rate (&gt;95%) on our dataset, the model occasionally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C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92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400" b="1">
                <a:solidFill>
                  <a:srgbClr val="10233A"/>
                </a:solidFill>
                <a:latin typeface="Helvetica Neue"/>
              </a:rPr>
              <a:t>PPTAGENT: Generating and Evaluating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b="0">
                <a:solidFill>
                  <a:srgbClr val="5A6B7C"/>
                </a:solidFill>
                <a:latin typeface="Helvetica Neue"/>
              </a:rPr>
              <a:t>A generated deck - draft, not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Automatically generating presentations from documents is a challenging task that requires accommodating content quality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To address these limitations, we propose PPTAGENT, which comprehensively improves presentation generation through a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Existing methods primarily focus on improving and evaluating the content quality in isolation, overlooking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PPTAGENT first analyzes reference presentations to ex-tract slide-level functional types and content schemas, then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To comprehensively evaluate the quality of generated presentations, we further introduce PPTEVAL, an evaluation ...</a:t>
            </a:r>
          </a:p>
        </p:txBody>
      </p:sp>
      <p:pic>
        <p:nvPicPr>
          <p:cNvPr id="5" name="Picture 4" descr="p02_01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63873"/>
            <a:ext cx="5486400" cy="27668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5504688"/>
            <a:ext cx="548640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53328" y="5596128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5A6B7C"/>
                </a:solidFill>
                <a:latin typeface="Helvetica Neue"/>
              </a:rPr>
              <a:t>Figure 2: Overview of the PPTAGENT workflow. StageI: Presentation Analysis involves analyzing the input presentation to cluster slides into groups and extract their content schemas. Stage II: Presentation Generation gene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Slide Clustering Bullets: few bullet points Opening: title and icon Display: landscape painting 2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Specifically, the generated editing actions are executed within a REPL1 environment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An overview of our workflow is illustrated in Figure 2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Outline Generation Stage Ⅰ: Presentation Analysis Reference Presentation 1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As shown in Figure 2, we first analyze and cluster reference slides into categories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Re-sults demonstrate that PPTAGENT generates high-quality presentations, achieving an average score of 3.67 for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Evaluation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Table 1: The scoring criteria of dimensions in PPTE- VAL, all evaluated in 1-5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The complete evaluation process is illustrated in Figure 3, with detailed scoring criteria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Dimension Criteria Content Text should be concise and grammatically sound, supported by relevant images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Design Harmonious colors and proper layout ensure readability, while visual elements like geometric shapes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Coherence Structure develops progressively, incorporating essential background information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Coherence: 4 Minor flaws presented in the logical structure Logical Structure Slide-1: Describe xx ...</a:t>
            </a:r>
          </a:p>
        </p:txBody>
      </p:sp>
      <p:pic>
        <p:nvPicPr>
          <p:cNvPr id="5" name="Picture 4" descr="p04_01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36123"/>
            <a:ext cx="5486399" cy="28223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97880" y="5504688"/>
            <a:ext cx="548640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53328" y="5596128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>
                <a:solidFill>
                  <a:srgbClr val="5A6B7C"/>
                </a:solidFill>
                <a:latin typeface="Helvetica Neue"/>
              </a:rPr>
              <a:t>Figure 3: PPTEVAL assesses presentations from three dimensions: content, design, and coherence.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Experiment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All open-source LLMs are deployed us-ing the VLLM framework on NVIDIA A100 GPUs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Each configuration generates 50 presentations (5 domains × 10 input documents), as they do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Specifically, we define configurations as combinations of a language model (LM) and a vision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have curated 10,448 presentations from this source and made them publicly available to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The total computational cost for experiments are approximately 500 GPU hours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In addition, we collected 50 documents from the same domains to be used as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Further agreement evaluation is shown in Section 5.5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Using Llama-3-8B , we calculate the average perplexity across all slides in a presentation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Due to the limited sample size, we calculate the FID using a 64-dimensional output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Most notably, PPTAGENT shows a significant enhancement in the coherence dimension (4.48 vs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Compared to the rule-based baseline (DocPres), PPTAGENT exhibits substantial improvements in both the design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Moreover, detailed performance of Qwen2.5LM+Qwen2-VLVM across various domains is illustrated in Table 8, underscoring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PPTAgent (a) DocPres KCTV PPTAgent (b) Figure 5: Comparative analysis of presentation generation across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Although GPT-4o exhibits superior self-correction capabilities compared to Qwen2.5, Qwen2.5 encounters fewer errors in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Table 5 shows the correlation of ratings between humans and LLMs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All presented data of similarity exhibit a p-value below 0.05, indicating a statistically significant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All experiments were conducted using the Qwen2.5LM+Qwen2-VLVM configuration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Additionally, we observed that Qwen2-VL experiences errors more frequently and has poorer self-correction capabilities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Our ex-periments across data from multiple domains have demonstrated the superiority of our method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Moreover, we propose PPTEVAL to provide quantitative metrics for assessing presentation quality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This research provides a new paradigm for generating slides under unsupervised conditions and offers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In this paper, we introduce PPTAGENT, which conceptualizes presentation generation as a two-stage presentation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While PPTAGENT demonstrates promising capabilities in presentation generation, several limitations remain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First, despite achieving a high success rate (&gt;95%) on our dataset, the model occasionally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This manifests in occasional design flaws, such as overlapping elements, which can compromise the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Ethical Considerations In the construction of Zenodo10K, we utilized the publicly available API to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Future work should focus on enhancing the robustness, reducing reference dependency, and better incorporating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Third, although PPTAGENT shows improvements in layout optimization compared to prior approaches, it does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