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Title slide. State the paper, then the one-sentence claim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abstract. Open with: Automatically generating presentations from documents is a challenging task that requires accommodating content quality .... Then move to: To address these limitations, we propose PPTAGENT, which comprehensively improves presentation generation through a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introduction. Open with: Slide Clustering Bullets: few bullet points Opening: title and icon Display: landscape painting 2. Then move to: Specifically, the generated editing actions are executed within a REPL1 environment.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evaluation target. Open with: Table 1: The scoring criteria of dimensions in PPTE- VAL, all evaluated in 1-5 .... Then move to: The complete evaluation process is illustrated in Figure 3, with detailed scoring criteria and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experiment. Open with: All open-source LLMs are deployed using the VLLM framework on NVIDIA A100 GPUs. Then move to: Each configuration generates 50 presentations (5 domains × 10 input documents), as they do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evaluation metrics. Open with: Further agreement evaluation is shown in Section 5.5. Then move to: Using Llama-3-8B , we calculate the average perplexity across all slides in a presentation.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analysis. Open with: PPTAgent (a) DocPres KCTV PPTAgent (b) Figure 5: Comparative analysis of presentation generation across .... Then move to: Although GPT-4o exhibits superior self-correction capabilities compared to Qwen2.5, Qwen2.5 encounters fewer errors in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conclusion. Open with: Our experiments across data from multiple domains have demonstrated the superiority of our method. Then move to: Moreover, we propose PPTEVAL to provide quantitative metrics for assessing presentation quality.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covers limitations. Open with: While PPTAGENT demonstrates promising capabilities in presentation generation, several limitations remain. Then move to: First, despite achieving a high success rate (&gt;95%) on our dataset, the model occasionally .... Target roughly 90 seconds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10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74320" y="0"/>
            <a:ext cx="54864" cy="6858000"/>
          </a:xfrm>
          <a:prstGeom prst="rect">
            <a:avLst/>
          </a:prstGeom>
          <a:solidFill>
            <a:srgbClr val="C08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969264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3400" b="1">
                <a:solidFill>
                  <a:srgbClr val="10233A"/>
                </a:solidFill>
                <a:latin typeface="Helvetica Neue"/>
              </a:rPr>
              <a:t>PPTAGENT: Generating and Evaluating Presentations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48056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</a:pPr>
            <a:r>
              <a:rPr sz="1400" b="0">
                <a:solidFill>
                  <a:srgbClr val="5A6B7C"/>
                </a:solidFill>
                <a:latin typeface="Helvetica Neue"/>
              </a:rPr>
              <a:t>A generated deck - draft, not final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Abstract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Automatically generating presentations from documents is a challenging task that requires accommodating content quality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To address these limitations, we propose PPTAGENT, which comprehensively improves presentation generation through a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Existing methods primarily focus on improving and evaluating the content quality in isolation, overlooking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PPTAGENT first analyzes reference presentations to extract slide-level functional types and content schemas, then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To comprehensively evaluate the quality of generated presentations, we further introduce PPTEVAL, an evaluation ...</a:t>
            </a:r>
          </a:p>
        </p:txBody>
      </p:sp>
      <p:pic>
        <p:nvPicPr>
          <p:cNvPr id="5" name="Picture 4" descr="p02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63873"/>
            <a:ext cx="5486400" cy="2766829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897880" y="5504688"/>
            <a:ext cx="5486400" cy="8412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53328" y="5596128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A6B7C"/>
                </a:solidFill>
                <a:latin typeface="Helvetica Neue"/>
              </a:rPr>
              <a:t>Figure 2: Overview of the PPTAGENT workflow. StageI: Presentation Analysis involves analyzing the input presentation to cluster slides into groups and extract their content schemas. Stage II: Presentation ...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Introduction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Slide Clustering Bullets: few bullet points Opening: title and icon Display: landscape painting 2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Specifically, the generated editing actions are executed within a REPL1 environment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An overview of our workflow is illustrated in Figure 2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Outline Generation Stage Ⅰ: Presentation Analysis Reference Presentation 1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As shown in Figure 2, we first analyze and cluster reference slides into categories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Results demonstrate that PPTAGENT generates high-quality presentations, achieving an average score of 3.67 for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Evaluation Target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475488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Table 1: The scoring criteria of dimensions in PPTE- VAL, all evaluated in 1-5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The complete evaluation process is illustrated in Figure 3, with detailed scoring criteria and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Dimension Criteria Content Text should be concise and grammatically sound, supported by relevant images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Design Harmonious colors and proper layout ensure readability, while visual elements like geometric shapes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Coherence Structure develops progressively, incorporating essential background information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Coherence: 4 Minor flaws presented in the logical structure Logical Structure Slide-1: Describe xx ...</a:t>
            </a:r>
          </a:p>
        </p:txBody>
      </p:sp>
      <p:pic>
        <p:nvPicPr>
          <p:cNvPr id="5" name="Picture 4" descr="p04_01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880" y="2036123"/>
            <a:ext cx="5486399" cy="28223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897880" y="5504688"/>
            <a:ext cx="5486400" cy="841248"/>
          </a:xfrm>
          <a:prstGeom prst="rect">
            <a:avLst/>
          </a:prstGeom>
          <a:solidFill>
            <a:srgbClr val="F4F6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53328" y="5596128"/>
            <a:ext cx="52120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</a:pPr>
            <a:r>
              <a:rPr sz="950" b="0">
                <a:solidFill>
                  <a:srgbClr val="5A6B7C"/>
                </a:solidFill>
                <a:latin typeface="Helvetica Neue"/>
              </a:rPr>
              <a:t>Figure 3: PPTEVAL assesses presentations from three dimensions: content, design, and coherence.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Experiment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All open-source LLMs are deployed using the VLLM framework on NVIDIA A100 GPUs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Each configuration generates 50 presentations (5 domains × 10 input documents), as they do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Specifically, we define configurations as combinations of a language model (LM) and a vision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We have curated 10,448 presentations from this source and made them publicly available to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The total computational cost for experiments are approximately 500 GPU hours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7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700">
                <a:solidFill>
                  <a:srgbClr val="10233A"/>
                </a:solidFill>
                <a:latin typeface="Helvetica Neue"/>
              </a:rPr>
              <a:t>In addition, we collected 50 documents from the same domains to be used as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Evaluation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Further agreement evaluation is shown in Section 5.5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Using Llama-3-8B , we calculate the average perplexity across all slides in a presentation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Due to the limited sample size, we calculate the FID using a 64-dimensional output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Most notably, PPTAGENT shows a significant enhancement in the coherence dimension (4.48 vs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Compared to the rule-based baseline (DocPres), PPTAGENT exhibits substantial improvements in both the design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Moreover, detailed performance of Qwen2.5LM+Qwen2-VLVM across various domains is illustrated in Table 8, underscoring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PPTAgent (a) DocPres KCTV PPTAgent (b) Figure 5: Comparative analysis of presentation generation across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Although GPT-4o exhibits superior self-correction capabilities compared to Qwen2.5, Qwen2.5 encounters fewer errors in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Table 5 shows the correlation of ratings between humans and LLMs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All presented data of similarity exhibit a p-value below 0.05, indicating a statistically significant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All experiments were conducted using the Qwen2.5LM+Qwen2-VLVM configuration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Additionally, we observed that Qwen2-VL experiences errors more frequently and has poorer self-correction capabilities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Our experiments across data from multiple domains have demonstrated the superiority of our method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Moreover, we propose PPTEVAL to provide quantitative metrics for assessing presentation quality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This research provides a new paradigm for generating slides under unsupervised conditions and offers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20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2000">
                <a:solidFill>
                  <a:srgbClr val="10233A"/>
                </a:solidFill>
                <a:latin typeface="Helvetica Neue"/>
              </a:rPr>
              <a:t>In this paper, we introduce PPTAGENT, which conceptualizes presentation generation as a two-stage presentation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</a:pPr>
            <a:r>
              <a:rPr sz="2800" b="1">
                <a:solidFill>
                  <a:srgbClr val="10233A"/>
                </a:solidFill>
                <a:latin typeface="Helvetica Neue"/>
              </a:rPr>
              <a:t>Limitations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98448"/>
            <a:ext cx="10515600" cy="18288"/>
          </a:xfrm>
          <a:prstGeom prst="rect">
            <a:avLst/>
          </a:prstGeom>
          <a:solidFill>
            <a:srgbClr val="DDE2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600200"/>
            <a:ext cx="1042416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25000"/>
              </a:lnSpc>
              <a:spcBef>
                <a:spcPts val="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While PPTAGENT demonstrates promising capabilities in presentation generation, several limitations remain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First, despite achieving a high success rate (&gt;95%) on our dataset, the model occasionally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This manifests in occasional design flaws, such as overlapping elements, which can compromise the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Ethical Considerations In the construction of Zenodo10K, we utilized the publicly available API to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Future work should focus on enhancing the robustness, reducing reference dependency, and better incorporating ...</a:t>
            </a:r>
          </a:p>
          <a:p>
            <a:pPr>
              <a:lnSpc>
                <a:spcPct val="125000"/>
              </a:lnSpc>
              <a:spcBef>
                <a:spcPts val="1200"/>
              </a:spcBef>
            </a:pPr>
            <a:r>
              <a:rPr sz="1500" b="1">
                <a:solidFill>
                  <a:srgbClr val="C08A2E"/>
                </a:solidFill>
                <a:latin typeface="Helvetica Neue"/>
              </a:rPr>
              <a:t>-  </a:t>
            </a:r>
            <a:r>
              <a:rPr sz="1500">
                <a:solidFill>
                  <a:srgbClr val="10233A"/>
                </a:solidFill>
                <a:latin typeface="Helvetica Neue"/>
              </a:rPr>
              <a:t>Third, although PPTAGENT shows improvements in layout optimization compared to prior approaches, it does 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81360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  <a:spcBef>
                <a:spcPts val="0"/>
              </a:spcBef>
            </a:pPr>
            <a:r>
              <a:rPr sz="900" b="0">
                <a:solidFill>
                  <a:srgbClr val="5A6B7C"/>
                </a:solidFill>
                <a:latin typeface="Helvetica Neue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