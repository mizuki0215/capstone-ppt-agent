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slide. State the paper, then the one-sentence claim of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covers abstract. Open with: Automatically generating presentations from documents is a challenging task that requires accommodating content quality .... Then move to: To address these limitations, we propose PPTAGENT, which comprehensively improves presentation generation through a .... Target roughly 90 seconds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covers introduction. Open with: An overview of our workflow is illustrated in Figure 2. Then move to: As shown in Figure 2, we first analyze and cluster reference slides into categories .... Target roughly 90 seconds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covers data. Open with: Specifically, the generated editing actions are executed within a REPL1 environment. Then move to: Outline Generation As shown in Figure 2, we utilize LLM to generate a structured .... Target roughly 90 seconds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covers dataset. Open with: We have curated 10,448 presentations from this source and made them publicly available to .... Then move to: The sampling criteria and preprocessing details are provided in Appendix A, while the dataset .... Target roughly 90 seconds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covers implementation details. Open with: PPTAGENT is implemented with three models: GPT-4o-2024-08-06 (GPT-4o), Qwen2.5-72B- Instruct , and Qwen2- VL-72B-Instruct. Then move to: All open-source LLMs are deployed using the VLLM framework on NVIDIA A100 GPUs. Target roughly 90 seconds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covers evaluation metrics. Open with: Further agreement evaluation is shown in Section 5.5. Then move to: Using Llama-3-8B , we calculate the average perplexity across all slides in a presentation. Target roughly 90 seconds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covers analysis. Open with: Table 5 shows the correlation of ratings between humans and LLMs. Then move to: Pearson 0.70 0.90 0.55 0.71 Spearman 0.73 0.88 0.57 0.74 tions, leading to outputs .... Target roughly 90 seconds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covers conclusion. Open with: Our experiments across data from multiple domains have demonstrated the superiority of our method. Then move to: Moreover, we propose PPTEVAL to provide quantitative metrics for assessing presentation quality. Target roughly 90 seconds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0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0"/>
            <a:ext cx="54864" cy="6858000"/>
          </a:xfrm>
          <a:prstGeom prst="rect">
            <a:avLst/>
          </a:prstGeom>
          <a:solidFill>
            <a:srgbClr val="C0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96926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3400" b="1">
                <a:solidFill>
                  <a:srgbClr val="10233A"/>
                </a:solidFill>
                <a:latin typeface="Helvetica Neue"/>
              </a:rPr>
              <a:t>PPTAGENT: Generating and Evaluating Presentations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48056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400" b="0">
                <a:solidFill>
                  <a:srgbClr val="5A6B7C"/>
                </a:solidFill>
                <a:latin typeface="Helvetica Neue"/>
              </a:rPr>
              <a:t>A generated deck - draft, not final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800" b="1">
                <a:solidFill>
                  <a:srgbClr val="10233A"/>
                </a:solidFill>
                <a:latin typeface="Helvetica Neue"/>
              </a:rPr>
              <a:t>Abstract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98448"/>
            <a:ext cx="10515600" cy="18288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47548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Automatically generating presentations from documents is a challenging task that requires accommodating content quality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To address these limitations, we propose PPTAGENT, which comprehensively improves presentation generation through a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Existing methods primarily focus on improving and evaluating the content quality in isolation, overlooking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PPTAGENT first analyzes reference presentations to extract slide-level functional types and content schemas, then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To comprehensively evaluate the quality of generated presentations, we further introduce PPTEVAL, an evaluation ...</a:t>
            </a:r>
          </a:p>
        </p:txBody>
      </p:sp>
      <p:pic>
        <p:nvPicPr>
          <p:cNvPr id="5" name="Picture 4" descr="p02_01_fig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2063873"/>
            <a:ext cx="5486400" cy="276682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897880" y="5504688"/>
            <a:ext cx="5486400" cy="84124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53328" y="5596128"/>
            <a:ext cx="5212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0">
                <a:solidFill>
                  <a:srgbClr val="5A6B7C"/>
                </a:solidFill>
                <a:latin typeface="Helvetica Neue"/>
              </a:rPr>
              <a:t>Figure 2: Overview of the PPTAGENT workflow. StageI: Presentation Analysis involves analyzing the input presentation to cluster slides into groups and extract their content schemas. Stage II: Presentation 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</a:pPr>
            <a:r>
              <a:rPr sz="900" b="0">
                <a:solidFill>
                  <a:srgbClr val="5A6B7C"/>
                </a:solidFill>
                <a:latin typeface="Helvetica Neue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800" b="1">
                <a:solidFill>
                  <a:srgbClr val="10233A"/>
                </a:solidFill>
                <a:latin typeface="Helvetica Neue"/>
              </a:rPr>
              <a:t>Introduction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98448"/>
            <a:ext cx="10515600" cy="18288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241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An overview of our workflow is illustrated in Figure 2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As shown in Figure 2, we first analyze and cluster reference slides into categories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Results demonstrate that PPTAGENT generates high-quality presentations, achieving an average score of 3.67 for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The conventional method for creating each slide S is formalized in Equation 1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However, creating high-quality presentations requires a captivating storyline, well-designed layouts, and rich, compelling content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However, achieving such an edit-based approach for presentation generation is challenging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</a:pPr>
            <a:r>
              <a:rPr sz="900" b="0">
                <a:solidFill>
                  <a:srgbClr val="5A6B7C"/>
                </a:solidFill>
                <a:latin typeface="Helvetica Neue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800" b="1">
                <a:solidFill>
                  <a:srgbClr val="10233A"/>
                </a:solidFill>
                <a:latin typeface="Helvetica Neue"/>
              </a:rPr>
              <a:t>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98448"/>
            <a:ext cx="10515600" cy="18288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241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Specifically, the generated editing actions are executed within a REPL1 environment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Outline Generation As shown in Figure 2, we utilize LLM to generate a structured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When actions fail to apply to reference slides, the REPL provides execution feedback2 to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Grounded in established presentation design principles , our evaluation framework focuses on three key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The framework provides both numeric scores (1-to-5 scale) and detailed rationales to justify each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Furthermore, to enhance robustness during the editing process, we implement a self-correction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</a:pPr>
            <a:r>
              <a:rPr sz="900" b="0">
                <a:solidFill>
                  <a:srgbClr val="5A6B7C"/>
                </a:solidFill>
                <a:latin typeface="Helvetica Neue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800" b="1">
                <a:solidFill>
                  <a:srgbClr val="10233A"/>
                </a:solidFill>
                <a:latin typeface="Helvetica Neue"/>
              </a:rPr>
              <a:t>Dataset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98448"/>
            <a:ext cx="10515600" cy="18288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47548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We have curated 10,448 presentations from this source and made them publicly available to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The sampling criteria and preprocessing details are provided in Appendix A, while the dataset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In addition, we collected 50 documents from the same domains to be used as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Additionally, these datasets primarily consist of academic presentations in artificial intelligence, limiting their diversity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Existing presentation datasets, such as Fu et al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To address these limitations, we introduce Zenodo10K, a new dataset sourced from Zenodo  ...</a:t>
            </a:r>
          </a:p>
        </p:txBody>
      </p:sp>
      <p:pic>
        <p:nvPicPr>
          <p:cNvPr id="5" name="Picture 4" descr="p04_01_fig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2031726"/>
            <a:ext cx="5486399" cy="283112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897880" y="5504688"/>
            <a:ext cx="5486400" cy="84124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53328" y="5596128"/>
            <a:ext cx="5212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0">
                <a:solidFill>
                  <a:srgbClr val="5A6B7C"/>
                </a:solidFill>
                <a:latin typeface="Helvetica Neue"/>
              </a:rPr>
              <a:t>Figure 3: PPTEVAL assesses presentations from three dimensions: content, design, and coherence.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</a:pPr>
            <a:r>
              <a:rPr sz="900" b="0">
                <a:solidFill>
                  <a:srgbClr val="5A6B7C"/>
                </a:solidFill>
                <a:latin typeface="Helvetica Neue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800" b="1">
                <a:solidFill>
                  <a:srgbClr val="10233A"/>
                </a:solidFill>
                <a:latin typeface="Helvetica Neue"/>
              </a:rPr>
              <a:t>Implementation Details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98448"/>
            <a:ext cx="10515600" cy="18288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241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PPTAGENT is implemented with three models: GPT-4o-2024-08-06 (GPT-4o), Qwen2.5-72B- Instruct , and Qwen2- VL-72B-Instruct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All open-source LLMs are deployed using the VLLM framework on NVIDIA A100 GPUs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Each configuration generates 50 presentations (5 domains × 10 input documents), as they do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Specifically, we define configurations as combinations of a language model (LM) and a vision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The total computational cost for experiments are approximately 500 GPU hours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Each slide generation allows a maximum of two self-correction iterations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</a:pPr>
            <a:r>
              <a:rPr sz="900" b="0">
                <a:solidFill>
                  <a:srgbClr val="5A6B7C"/>
                </a:solidFill>
                <a:latin typeface="Helvetica Neue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800" b="1">
                <a:solidFill>
                  <a:srgbClr val="10233A"/>
                </a:solidFill>
                <a:latin typeface="Helvetica Neue"/>
              </a:rPr>
              <a:t>Evaluation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98448"/>
            <a:ext cx="10515600" cy="18288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241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Further agreement evaluation is shown in Section 5.5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Using Llama-3-8B , we calculate the average perplexity across all slides in a presentation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Due to the limited sample size, we calculate the FID using a 64-dimensional output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Most notably, PPTAGENT shows a significant enhancement in the coherence dimension (4.48 vs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Compared to the rule-based baseline (DocPres), PPTAGENT exhibits substantial improvements in both the design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Moreover, detailed performance of Qwen2.5LM+Qwen2-VLVM across various domains is illustrated in Table 8, underscoring 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</a:pPr>
            <a:r>
              <a:rPr sz="900" b="0">
                <a:solidFill>
                  <a:srgbClr val="5A6B7C"/>
                </a:solidFill>
                <a:latin typeface="Helvetica Neue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800" b="1">
                <a:solidFill>
                  <a:srgbClr val="10233A"/>
                </a:solidFill>
                <a:latin typeface="Helvetica Neue"/>
              </a:rPr>
              <a:t>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98448"/>
            <a:ext cx="10515600" cy="18288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241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Table 5 shows the correlation of ratings between humans and LLMs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Pearson 0.70 0.90 0.55 0.71 Spearman 0.73 0.88 0.57 0.74 tions, leading to outputs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All experiments were conducted using the Qwen2.5LM+Qwen2-VLVM configuration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The average Pearson correlation of 0.71 exceeds the scores of other evaluation methods 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However, their dependence on extensive manual effort for template annotation significantly limits scalability and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However, they did not evaluate presentation quality from a holistic perspective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</a:pPr>
            <a:r>
              <a:rPr sz="900" b="0">
                <a:solidFill>
                  <a:srgbClr val="5A6B7C"/>
                </a:solidFill>
                <a:latin typeface="Helvetica Neue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800" b="1">
                <a:solidFill>
                  <a:srgbClr val="10233A"/>
                </a:solidFill>
                <a:latin typeface="Helvetica Neue"/>
              </a:rP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98448"/>
            <a:ext cx="10515600" cy="18288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241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20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2000">
                <a:solidFill>
                  <a:srgbClr val="10233A"/>
                </a:solidFill>
                <a:latin typeface="Helvetica Neue"/>
              </a:rPr>
              <a:t>Our experiments across data from multiple domains have demonstrated the superiority of our method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20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2000">
                <a:solidFill>
                  <a:srgbClr val="10233A"/>
                </a:solidFill>
                <a:latin typeface="Helvetica Neue"/>
              </a:rPr>
              <a:t>Moreover, we propose PPTEVAL to provide quantitative metrics for assessing presentation quality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20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2000">
                <a:solidFill>
                  <a:srgbClr val="10233A"/>
                </a:solidFill>
                <a:latin typeface="Helvetica Neue"/>
              </a:rPr>
              <a:t>This research provides a new paradigm for generating slides under unsupervised conditions and offers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20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2000">
                <a:solidFill>
                  <a:srgbClr val="10233A"/>
                </a:solidFill>
                <a:latin typeface="Helvetica Neue"/>
              </a:rPr>
              <a:t>In this paper, we introduce PPTAGENT, which conceptualizes presentation generation as a two-stage presentation 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</a:pPr>
            <a:r>
              <a:rPr sz="900" b="0">
                <a:solidFill>
                  <a:srgbClr val="5A6B7C"/>
                </a:solidFill>
                <a:latin typeface="Helvetica Neue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