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State the paper, then the one-sentence claim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abstract. Open with: We propose a hierarchical sequence-tosequence approach to tackle our task in an end-to-end manner. Then move to: Can machines learn to emulate this laborious process?.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introduction. Open with: We hope that our DOC2PPT will advance the state-of-the-art in the vision-and-language domain. Then move to: In this paper, we introduce DOC2PPT, a novel task of creating presentation slides from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related work. Open with: We propose a large dataset of 5,873 pairs of high-quality scientific documents and slide .... Then move to: Learning text-image similarity has been studied in the visual-semantic embedding (VSE) literature (Karpathy and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approach. Open with: The goal of DOC2PPT is to generate a slide deck from a multimodal document .... Then move to: This is a natural choice to encode our prior knowledge about the hierarchical structure.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training. Open with: While there exist several solutions to bounding box regression (He et al. Then move to: This term is slide-insensitive, i.e., the correct/incorrect inclusion is not affected by which specific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inference. Open with: We tune the two hyper-parameters θR and θA via cross-validation (we set θR = .... Then move to: The inference procedures during training and test times largely follow the same process, with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dataset. Open with: For simplicity, we discard F out if its highest visual embedding similarity is lower .... Then move to: Lastly, we match figures from slides to those in the corresponding document.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experiments. Open with: DOC2PPT is a new task with no established evaluation metrics and baselines. Then move to: We carefully ablate various components of our approach and evaluate them on our proposed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evaluation metrics. Open with: Therefore, we propose the slide-level ROUGE: ROUGE-SL = ROUGE-L × e |Q− ˜ Q| .... Then move to: Intuitively, the number of slides in a deck is a good proxy for the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implementation detail. Open with: Each layer of the PT is based on a 256-unit GRU. Then move to: For the DR, we use a Bi-GRU with 1,024 hidden units and set the ....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conclusion. Open with: We release a large set of 5,873 paired documents and slide decks, and provide .... Then move to: We present a novel task and approach for generating slides from documents. Target roughly 65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92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400" b="1">
                <a:solidFill>
                  <a:srgbClr val="10233A"/>
                </a:solidFill>
                <a:latin typeface="Helvetica Neue"/>
              </a:rPr>
              <a:t>DOC2PPT: Automatic Presentation Slides Generation from Scientiﬁc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>
                <a:solidFill>
                  <a:srgbClr val="5A6B7C"/>
                </a:solidFill>
                <a:latin typeface="Helvetica Neue"/>
              </a:rPr>
              <a:t>A generated deck - draft, not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propose a hierarchical sequence-tosequence approach to tackle our task in an end-to-end manner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Can machines learn to emulate this laborious process?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Our approach exploits the inherent structures within documents and slides and incorporates paraphrasing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show that our approach outperforms strong baselines and produces slides with rich content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present a novel task and approach for document-to-slide generation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Creating presentation materials requires complex multimodal reasoning skills to summarize key concepts and arrange ...</a:t>
            </a:r>
          </a:p>
        </p:txBody>
      </p:sp>
      <p:pic>
        <p:nvPicPr>
          <p:cNvPr id="5" name="Picture 4" descr="p01_01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94" y="1481328"/>
            <a:ext cx="3539371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5504688"/>
            <a:ext cx="548640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3328" y="559612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5A6B7C"/>
                </a:solidFill>
                <a:latin typeface="Helvetica Neue"/>
              </a:rPr>
              <a:t>Figure 1: We introduce DOC2PPT, a novel task of gener- ating a slide deck from a document. This requires solving several challenges in the vision-and-language domain, e.g., visual-semantic embedding and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hope that our DOC2PPT will advance the state-of-the-art in the vision-and-language domain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In this paper, we introduce DOC2PPT, a novel task of creating presentation slides from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Lastly, we explore both template-based and learning-based layout design and compare them both quantitatively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It requires skills to abstract complex concepts and conveys them in a concise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Furthermore, none of the above addresses the challenge of finding an optimal visual layout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These aspects make ours a unique task in the vision-and-language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propose a large dataset of 5,873 pairs of high-quality scientific documents and slide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Learning text-image similarity has been studied in the visual-semantic embedding (VSE) literature (Karpathy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As argued above, our task brings a new suite of challenges to vision-and-language understanding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Furthermore, existing datasets in this domain (such as TalkSumm (Lev et al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Joint modeling of vision-andlanguage has been studied from different angles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Our task involves generating slides with relevant text and figures</a:t>
            </a:r>
          </a:p>
        </p:txBody>
      </p:sp>
      <p:pic>
        <p:nvPicPr>
          <p:cNvPr id="5" name="Picture 4" descr="p03_01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846" y="1481328"/>
            <a:ext cx="3970468" cy="39319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5504688"/>
            <a:ext cx="548640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3328" y="559612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5A6B7C"/>
                </a:solidFill>
                <a:latin typeface="Helvetica Neue"/>
              </a:rPr>
              <a:t>Figure 2: An overview of our architecture. It consists of modules (DR, PT, OP, PAR) that read a document and gen- erate a slide deck in a hierarchically structured manner.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goal of DOC2PPT is to generate a slide deck from a multimodal document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This is a natural choice to encode our prior knowledge about the hierarchical structure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do not assign figures to any particular section because multiple sections can reference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This step is crucial because without it the text would be too verbose for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Given the multi-objective nature of the task, we design our network with modularized components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paraphrase sentences before placing them on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While there exist several solutions to bounding box regression (He et al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This term is slide-insensitive, i.e., the correct/incorrect inclusion is not affected by which specific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Text-Figure matching loss (δ([Etxt u , Efig v ]))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follow the literature on visual-semantic embedding and learn an additional multimodal projection head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series of actions asec j and aslide k determines the structure of output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third term measures the relevance of text and figures appearing in the same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tune the two hyper-parameters θR and θA via cross-validation (we set θR =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The inference procedures during training and test times largely follow the same process, with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That is, once our model generates a slide deck, we remove figures that have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The inference procedures during training and test times largely follow the same process, with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For simplicity, we discard F out if its highest visual embedding similarity is lower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Lastly, we match figures from slides to those in the corresponding document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Note that some figures in slides do not appear in the corresponding document (and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limit the search space only within the corresponding sections using the slide-section matching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match sentences from slides to the corresponding document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For each document D, we extract sections S and sentences T in using ScienceParse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DOC2PPT is a new task with no established evaluation metrics and baselines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carefully ablate various components of our approach and evaluate them on our proposed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propose automatic metrics specifically designed for evaluating slide generation methods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also perform human evaluation to assess the generation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Therefore, we propose the slide-level ROUGE: ROUGE-SL = ROUGE-L × e |Q− ˜ Q|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Intuitively, the number of slides in a deck is a good proxy for the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Ablation Settings ROUGE-SL LC-FS TFR mIoU Hrch-PT PAR TIM Post Proc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 good design layout makes it easy to consume information presented in slides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To measure the quality of text in the generated slides, we adapt the widelyused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To evaluate the layout quality, we adapt the mean intersection over union (mIoU) (Everingham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Implementation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Each layer of the PT is based on a 256-unit GRU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For the DR, we use a Bi-GRU with 1,024 hidden units and set the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The PAR is designed as Seq2Seq with 512-unit GRU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train our network end-to-end using ADAM (Diederik P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All the MLPs are two-layer fullyconnected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release a large set of 5,873 paired documents and slide decks, and provide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present a novel task and approach for generating slides from documents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hope our work will help advance the state-of-the-art in vision-and-language understanding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This is a challenging multimodal task that involves understanding and summarizing documents containing text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